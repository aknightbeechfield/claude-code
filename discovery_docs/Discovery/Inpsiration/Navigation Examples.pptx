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7"/>
    <p:restoredTop sz="94566"/>
  </p:normalViewPr>
  <p:slideViewPr>
    <p:cSldViewPr snapToGrid="0">
      <p:cViewPr varScale="1">
        <p:scale>
          <a:sx n="148" d="100"/>
          <a:sy n="148" d="100"/>
        </p:scale>
        <p:origin x="21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52B8F-8AEA-803E-6092-FE90A12DC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26D8D-08AF-DC47-2A1F-E53E82C57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BB66D-D845-FCB0-79E0-862A606D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1CF66-9D29-0658-315A-A893B5A7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288AB-FC04-9442-4964-C6BAB959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8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B91B-6D4A-30B3-C7B9-F95C3737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4D09-5A63-09C3-B845-61FCB120A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97BC4-16BF-80A4-094A-78A6F5BD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E60A9-2A7F-7A3B-1630-CC678DBB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D4601-EAAB-1B45-72C7-D899249B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03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3F63-D979-9A41-65B8-F2893F2F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6B79E-2A5A-42BD-7005-83BD9CC1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F2A4C-E3A0-F703-DE5C-F3A7A16D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2EE2D-5825-6467-3A61-9A7C9BBE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5ADA-326F-44AB-1023-59426243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8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C1F4-A098-3C0C-27FE-440E7458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B99CD-60A4-B87F-0211-59732A4D5C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86C37-4887-9A53-AE53-E42587B93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25060-1692-1230-387D-F88779C6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C38A4-3BF5-682C-9C84-31C252D4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937BE-6C00-E67A-F0E2-0A260E6B4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8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88A9-97A8-C416-3421-8B1836431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AF9EB-8886-6417-8D89-AD8312A75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4CAD6-BC5D-F2E0-0C26-68033737C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B6EC0-2A92-0C0D-B779-B03364056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21EE0-4EDE-6337-00BB-7489C53F8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374970-AE05-020F-7F4E-416154E1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41CCB-9C2F-4D73-A74F-C342E285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D7AB7C-36DC-816F-BCA2-12F72313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0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FB56-95E4-8B3B-9561-159C4EDC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39FA89-C9B3-E1FD-2CF6-8ACA0B97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434F1-41E2-E5BD-669B-526B3C81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4A4DE-6AEB-2BDA-2942-101B43C8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1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9FE10-E930-C04F-04B0-B6074C63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6B1E7-5133-01FC-6262-38BF0F337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BD6A2-1C5C-DFBD-F7A4-91141BD5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5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AB14-8904-D6A2-BB0C-BFA59254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72933-53E4-E145-33E9-F33B5157F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47EB8-1F37-C295-30AD-3C9443F00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FDA30-D93C-4959-1A5C-5CA3AECE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6A9C6-F177-1CA4-229F-24C60501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9403C-03AB-4855-A4FD-C2FF2DB6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5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017F-1AD5-3461-C3F3-F9355F9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ED06B-AD4C-57A1-60B9-A1760F364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CB638-B56B-2AC5-1944-168D2AF09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65389-A467-72DE-DD29-F4DED7D1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E72E9-0A48-9026-B7E4-D3FE9A89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044F7-CBDA-1BDE-6289-74454269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98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1894-758D-B25E-0D99-FD98CD5C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F77E5-4C2C-3892-E64C-C212D6E64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4E21-598A-67DC-6377-5F4970EB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4F0D5-364A-8C38-1B8A-4121013A3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D0DAC-326A-D7A1-EB0F-07AFEFF3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7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24444-7231-351F-4AAE-1893543C2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58634-236A-C203-18B7-905F63CCC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5DEF5-4822-A359-112F-CCEEC776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D8767-57A7-1DB8-9A0C-043DA8083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15EB7-5636-1ED6-1FB6-FFAD6C44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2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155E8-7B55-9C67-0441-ED4C2D869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9E58E-F79C-05BE-1444-75641B3F1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4FF7-2F15-F323-C357-A3EA1B652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A80C-C2E8-0F41-8372-182E79B2F901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2C066-3DBC-5638-FD20-955EA90E3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D2012-8095-61E1-ABCD-3F3AC1A90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968732-C487-AF47-8F79-9BF80EB79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1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61F290-E790-A4E5-009C-58899A1349F0}"/>
              </a:ext>
            </a:extLst>
          </p:cNvPr>
          <p:cNvSpPr txBox="1"/>
          <p:nvPr/>
        </p:nvSpPr>
        <p:spPr>
          <a:xfrm>
            <a:off x="338587" y="44937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www.stormtechperformance.com</a:t>
            </a:r>
            <a:r>
              <a:rPr lang="en-US" dirty="0"/>
              <a:t>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F3FB2F-424C-D743-12CE-3DB5A49E0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3" y="916460"/>
            <a:ext cx="7772400" cy="4749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A32E21-A55B-2E9E-E25E-9AE6FBF1C641}"/>
              </a:ext>
            </a:extLst>
          </p:cNvPr>
          <p:cNvSpPr txBox="1"/>
          <p:nvPr/>
        </p:nvSpPr>
        <p:spPr>
          <a:xfrm>
            <a:off x="8497019" y="916460"/>
            <a:ext cx="33297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They focus on the Price range, </a:t>
            </a:r>
            <a:r>
              <a:rPr lang="en-US" dirty="0" err="1"/>
              <a:t>Colour</a:t>
            </a:r>
            <a:r>
              <a:rPr lang="en-US" dirty="0"/>
              <a:t>, Inventory Levels and Category. </a:t>
            </a:r>
          </a:p>
          <a:p>
            <a:endParaRPr lang="en-US" dirty="0"/>
          </a:p>
          <a:p>
            <a:r>
              <a:rPr lang="en-US" dirty="0"/>
              <a:t>Interesting and obvious B2B focus for buyers. </a:t>
            </a:r>
          </a:p>
        </p:txBody>
      </p:sp>
    </p:spTree>
    <p:extLst>
      <p:ext uri="{BB962C8B-B14F-4D97-AF65-F5344CB8AC3E}">
        <p14:creationId xmlns:p14="http://schemas.microsoft.com/office/powerpoint/2010/main" val="418517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2D0313-240B-0BB9-16D0-B4E31D26D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245" y="95139"/>
            <a:ext cx="7772400" cy="666772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712CBD-FBAA-E6D6-7858-FC27029C2B5E}"/>
              </a:ext>
            </a:extLst>
          </p:cNvPr>
          <p:cNvCxnSpPr/>
          <p:nvPr/>
        </p:nvCxnSpPr>
        <p:spPr>
          <a:xfrm>
            <a:off x="2432649" y="1078302"/>
            <a:ext cx="967596" cy="77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FDE7D-7EB1-D9E0-0199-3AC419BB8FF9}"/>
              </a:ext>
            </a:extLst>
          </p:cNvPr>
          <p:cNvCxnSpPr/>
          <p:nvPr/>
        </p:nvCxnSpPr>
        <p:spPr>
          <a:xfrm>
            <a:off x="2432649" y="3842943"/>
            <a:ext cx="967596" cy="77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862892-08BD-4EC2-A934-74FA785C6ADB}"/>
              </a:ext>
            </a:extLst>
          </p:cNvPr>
          <p:cNvCxnSpPr/>
          <p:nvPr/>
        </p:nvCxnSpPr>
        <p:spPr>
          <a:xfrm>
            <a:off x="2432649" y="5453207"/>
            <a:ext cx="967596" cy="77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2DE52C-6457-478E-3ED4-F5AB41D8928C}"/>
              </a:ext>
            </a:extLst>
          </p:cNvPr>
          <p:cNvSpPr txBox="1"/>
          <p:nvPr/>
        </p:nvSpPr>
        <p:spPr>
          <a:xfrm>
            <a:off x="224287" y="1494430"/>
            <a:ext cx="3329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Again, good focus for buyer intent and what users look for.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81BF3-0545-E4D2-C652-5536412EBE65}"/>
              </a:ext>
            </a:extLst>
          </p:cNvPr>
          <p:cNvSpPr txBox="1"/>
          <p:nvPr/>
        </p:nvSpPr>
        <p:spPr>
          <a:xfrm>
            <a:off x="224287" y="2479251"/>
            <a:ext cx="2612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“Deep inventory” the right term? </a:t>
            </a:r>
          </a:p>
        </p:txBody>
      </p:sp>
    </p:spTree>
    <p:extLst>
      <p:ext uri="{BB962C8B-B14F-4D97-AF65-F5344CB8AC3E}">
        <p14:creationId xmlns:p14="http://schemas.microsoft.com/office/powerpoint/2010/main" val="311261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D8859085E9AF438DB9B50678A35B03" ma:contentTypeVersion="20" ma:contentTypeDescription="Create a new document." ma:contentTypeScope="" ma:versionID="456cc9e5710aca74a1fcb5f7da4fe5b3">
  <xsd:schema xmlns:xsd="http://www.w3.org/2001/XMLSchema" xmlns:xs="http://www.w3.org/2001/XMLSchema" xmlns:p="http://schemas.microsoft.com/office/2006/metadata/properties" xmlns:ns2="b3a0949d-1800-491a-87fb-5243d110e31d" xmlns:ns3="7c9367d5-5dcb-4b6a-aef6-7caf4a507a5d" targetNamespace="http://schemas.microsoft.com/office/2006/metadata/properties" ma:root="true" ma:fieldsID="23fae371319ada80d8438cca6143b9c3" ns2:_="" ns3:_="">
    <xsd:import namespace="b3a0949d-1800-491a-87fb-5243d110e31d"/>
    <xsd:import namespace="7c9367d5-5dcb-4b6a-aef6-7caf4a507a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Notes" minOccurs="0"/>
                <xsd:element ref="ns2:MediaServiceSearchProperties" minOccurs="0"/>
                <xsd:element ref="ns2:MediaServiceObjectDetectorVersions" minOccurs="0"/>
                <xsd:element ref="ns2:Approva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a0949d-1800-491a-87fb-5243d110e3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5322b3d-f94e-439e-8eb2-db72f9fd01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Notes" ma:index="22" nillable="true" ma:displayName="Notes" ma:description="Budget not final, stock list not approved yet, props in green have been ordered :)" ma:format="Dropdown" ma:internalName="Notes">
      <xsd:simpleType>
        <xsd:restriction base="dms:Note">
          <xsd:maxLength value="255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pprovals" ma:index="25" nillable="true" ma:displayName="Approvals" ma:default="Awaiting Approval" ma:format="RadioButtons" ma:internalName="Approvals">
      <xsd:simpleType>
        <xsd:restriction base="dms:Choice">
          <xsd:enumeration value="Needs Amends"/>
          <xsd:enumeration value="Approved"/>
          <xsd:enumeration value="Awaiting Approval"/>
        </xsd:restriction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9367d5-5dcb-4b6a-aef6-7caf4a507a5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75be867-9474-4b70-92cc-4d4f70ebbe16}" ma:internalName="TaxCatchAll" ma:showField="CatchAllData" ma:web="7c9367d5-5dcb-4b6a-aef6-7caf4a507a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a0949d-1800-491a-87fb-5243d110e31d">
      <Terms xmlns="http://schemas.microsoft.com/office/infopath/2007/PartnerControls"/>
    </lcf76f155ced4ddcb4097134ff3c332f>
    <TaxCatchAll xmlns="7c9367d5-5dcb-4b6a-aef6-7caf4a507a5d" xsi:nil="true"/>
    <Notes xmlns="b3a0949d-1800-491a-87fb-5243d110e31d" xsi:nil="true"/>
    <Approvals xmlns="b3a0949d-1800-491a-87fb-5243d110e31d">Awaiting Approval</Approvals>
  </documentManagement>
</p:properties>
</file>

<file path=customXml/itemProps1.xml><?xml version="1.0" encoding="utf-8"?>
<ds:datastoreItem xmlns:ds="http://schemas.openxmlformats.org/officeDocument/2006/customXml" ds:itemID="{42CFAAE3-D5CA-467E-8B70-D476C52EA683}"/>
</file>

<file path=customXml/itemProps2.xml><?xml version="1.0" encoding="utf-8"?>
<ds:datastoreItem xmlns:ds="http://schemas.openxmlformats.org/officeDocument/2006/customXml" ds:itemID="{DC07A223-7070-49DA-A343-BB05DD8EAB4C}"/>
</file>

<file path=customXml/itemProps3.xml><?xml version="1.0" encoding="utf-8"?>
<ds:datastoreItem xmlns:ds="http://schemas.openxmlformats.org/officeDocument/2006/customXml" ds:itemID="{9C7007FF-B19B-4B12-BC48-7F4FFED22F21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Knight</dc:creator>
  <cp:lastModifiedBy>Alex Knight</cp:lastModifiedBy>
  <cp:revision>1</cp:revision>
  <dcterms:created xsi:type="dcterms:W3CDTF">2025-10-30T10:43:23Z</dcterms:created>
  <dcterms:modified xsi:type="dcterms:W3CDTF">2025-10-30T10:53:35Z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0x01010058D8859085E9AF438DB9B50678A35B03</vt:lpwstr>
  </property>
</Properties>
</file>